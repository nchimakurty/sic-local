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Type 4 SCD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Databricks Notebooks + Jobs + Table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What is Type 4 SCD?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28090"/>
                </a:solidFill>
              </a:defRPr>
            </a:pPr>
            <a:r>
              <a:t>Type 4: History Table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Maintains unlimited historical records by combining Type 1 and Type 2 approaches.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Current records → Type 1 table (overwrite)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Historical records → Type 2 table (append)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Optimizes query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A896"/>
                </a:solidFill>
              </a:defRPr>
            </a:pPr>
            <a:r>
              <a:t>Key Benefits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Fast queries on current data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Complete audit trail preserved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Reduced storage in main table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Flexible reporting timeframes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Point-in-time analysis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828800" cy="7315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Source Data</a:t>
            </a:r>
          </a:p>
          <a:p>
            <a:r>
              <a:t>(Delta Table)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554480"/>
            <a:ext cx="9144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188720"/>
            <a:ext cx="201168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Type 1 Table</a:t>
            </a:r>
          </a:p>
          <a:p>
            <a:r>
              <a:t>(Current Records)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1920240"/>
            <a:ext cx="0" cy="6400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560320"/>
            <a:ext cx="2011680" cy="7315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Type 2 Table</a:t>
            </a:r>
          </a:p>
          <a:p>
            <a:r>
              <a:t>(History Archive)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28600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28090"/>
                </a:solidFill>
              </a:defRPr>
            </a:pPr>
            <a:r>
              <a:t>Databricks Jobs</a:t>
            </a:r>
          </a:p>
          <a:p>
            <a:pPr algn="ctr"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Triggered by:</a:t>
            </a:r>
          </a:p>
          <a:p>
            <a:pPr algn="ctr">
              <a:defRPr sz="1300" b="1">
                <a:solidFill>
                  <a:srgbClr val="00A896"/>
                </a:solidFill>
              </a:defRPr>
            </a:pPr>
            <a:r>
              <a:t>Table Triggers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090"/>
                </a:solidFill>
              </a:defRPr>
            </a:pPr>
            <a:r>
              <a:t>Process Flow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1. Source data changes trigger Table Trigger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2. Databricks Job launches processing notebook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3. Notebook updates Type 1 (current) with MERGE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4. Changed records archived to Type 2 (history) with INSERT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Implementation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8090"/>
                </a:solidFill>
              </a:defRPr>
            </a:pPr>
            <a:r>
              <a:t>Databricks Notebooks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PySpark/SQL processing logic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MERGE operations for Type 1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INSERT operations for Type 2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Business logic validation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Error handling &amp; logging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Idempotent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097280"/>
            <a:ext cx="25603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56032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A896"/>
                </a:solidFill>
              </a:defRPr>
            </a:pPr>
            <a:r>
              <a:t>Databricks Jobs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Orchestrate notebook execution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Cluster configuration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Retry policies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Timeout settings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Notification alerts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Job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097280"/>
            <a:ext cx="25603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097280"/>
            <a:ext cx="25603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258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C39A"/>
                </a:solidFill>
              </a:defRPr>
            </a:pPr>
            <a:r>
              <a:t>Table Triggers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Event-driven automation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Monitors Delta table changes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Triggers Jobs automatically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Near real-time processing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Reduces manual intervention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Scalable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Key Features &amp;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090"/>
                </a:solidFill>
              </a:defRPr>
            </a:pPr>
            <a:r>
              <a:t>Automated 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Table triggers eliminate manual intervention and enable event-driven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54864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28016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A896"/>
                </a:solidFill>
              </a:defRPr>
            </a:pPr>
            <a:r>
              <a:t>Audit Trail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Complete history of all changes with timestamps and versioning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Query Performance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Type 1 table optimized for current state queries without history overhead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01752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3017520"/>
            <a:ext cx="54864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20040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090"/>
                </a:solidFill>
              </a:defRPr>
            </a:pPr>
            <a:r>
              <a:t>Scalability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Handles high-volume changes efficiently with Delta Lake optimizations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A896"/>
                </a:solidFill>
              </a:defRPr>
            </a:pPr>
            <a:r>
              <a:t>Data Quality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Built-in validation and error handling ensure data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937760"/>
            <a:ext cx="402336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4937760"/>
            <a:ext cx="54864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512064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Cost Efficiency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Optimized storage with current vs historical data separation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for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02C39A"/>
                </a:solidFill>
              </a:defRPr>
            </a:pPr>
            <a:r>
              <a:t>Scalable • Automated • Auditable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 modern approach to slowly changing dimensions using Databricks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